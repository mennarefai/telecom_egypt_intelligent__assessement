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embeddedFontLst>
    <p:embeddedFont>
      <p:font typeface="DM Sans Light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467941"/>
            <a:ext cx="6296860" cy="3118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0" spc="-223" kern="0" dirty="0">
                <a:solidFill>
                  <a:srgbClr val="2F4F4F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Telecom Egypt Intelligent Assistant</a:t>
            </a:r>
            <a:endParaRPr lang="en-US" sz="7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4870252"/>
            <a:ext cx="3621096" cy="5198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2026-09-16T20:51:57Z</dcterms:created>
  <dcterms:modified xsi:type="dcterms:W3CDTF">2026-09-16T20:51:57Z</dcterms:modified>
</cp:coreProperties>
</file>